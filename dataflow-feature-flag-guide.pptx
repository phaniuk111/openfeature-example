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777240"/>
            <a:ext cx="1737360" cy="1737360"/>
          </a:xfrm>
          <a:prstGeom prst="ellipse">
            <a:avLst/>
          </a:prstGeom>
          <a:solidFill>
            <a:srgbClr val="0D9488">
              <a:alpha val="18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0" y="77724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EEAD4"/>
                </a:solidFill>
              </a:rPr>
              <a:t>DF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5EEAD4"/>
                </a:solidFill>
              </a:rPr>
              <a:t>Maven Dataflow Project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Feature Flags –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How it Works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OpenFeature + flagd FILE Mode  ·  No Spring Boot  ·  Java 11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</a:rPr>
              <a:t>End-to-end flow: from pom.xml → flag files → pipeline code → runtime evaluation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Architecture – How the Pieces Fit Together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Maven Dataflow  ·  OpenFeature + flagd FILE Mode  ·  Java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93976" y="1563624"/>
            <a:ext cx="292608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95144" y="14630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1828800" cy="13716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" y="100584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pom.xml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Dependencies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627632"/>
            <a:ext cx="1554480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66420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openfeature-sdk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flagd provider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61688" y="1563624"/>
            <a:ext cx="292608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62856" y="14630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96312" y="914400"/>
            <a:ext cx="1828800" cy="13716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96312" y="100584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flags-{env}.json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Flag Files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633472" y="1627632"/>
            <a:ext cx="1554480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96312" y="166420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dev / staging / prod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JSON flag definitions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29400" y="1563624"/>
            <a:ext cx="292608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30568" y="14630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64024" y="914400"/>
            <a:ext cx="1828800" cy="1371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64024" y="100584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DataflowFlag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EvaluationExample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01184" y="1627632"/>
            <a:ext cx="1554480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64024" y="166420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main() / DoFn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setup code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31736" y="914400"/>
            <a:ext cx="1828800" cy="13716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031736" y="100584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Runtime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Evaluation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168896" y="1627632"/>
            <a:ext cx="1554480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31736" y="166420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getBooleanValue()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batchSize / banner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2487168"/>
            <a:ext cx="8686800" cy="566928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48716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</a:rPr>
              <a:t>Wired by ENV VARS: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APP_ENV=dev|staging|prod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FLAG_BASE_PATH=flags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FLAGD_OFFLINE_FLAG_SOURCE_PATH=/override/path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28600" y="3182112"/>
            <a:ext cx="8686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282696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2826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4944" y="325526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</a:rPr>
              <a:t>No Spring container  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240280" y="3255264"/>
            <a:ext cx="6492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DataflowFlagEvaluationExample is a plain Java class – no @Bean, no @Autowired. It calls OpenFeatureAPI.getInstance() directly.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3758184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7581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4944" y="373075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</a:rPr>
              <a:t>Pipeline setup  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240280" y="3730752"/>
            <a:ext cx="6492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Flags are typically read once in main() or a pipeline option builder, then passed into DoFn workers as constructor args or side inputs.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5760" y="4233672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2336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94944" y="42062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</a:rPr>
              <a:t>Shutdown matters 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240280" y="4206240"/>
            <a:ext cx="6492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api.shutdown() must be called in a finally block – this releases flagd's file-watcher thread and avoids pipeline hangs.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1 – Add Dependencies to pom.xml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223760" y="0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EAD4"/>
                </a:solidFill>
              </a:rPr>
              <a:t>Maven Setup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65192"/>
            <a:ext cx="877824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Maven Dataflow  ·  OpenFeature + flagd FILE Mode  ·  Java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8686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</a:rPr>
              <a:t>WHAT YOU ADD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143000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179576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dev.openfeature : sdk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4721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Core OpenFeature Java SDK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892808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892808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92938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dev.openfeature.contrib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.providers : flagd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2219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flagd provider – enables FILE mode resolver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642616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642616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67919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org.slf4j : slf4j-simple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29718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Logging (flagd uses SLF4J internally)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410712"/>
            <a:ext cx="3931920" cy="5486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10712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⚠️  Java 11+ required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&lt;maven.compiler.release&gt;11&lt;/maven.compiler.release&gt;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89120" y="822960"/>
            <a:ext cx="27432" cy="3931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841248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</a:rPr>
              <a:t>pom.xml  — dependency block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26280" y="1115568"/>
            <a:ext cx="4434840" cy="2880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161288"/>
            <a:ext cx="416052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&lt;dependencies&gt;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&lt;dependency&gt;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&lt;groupId&gt;dev.openfeature&lt;/groupId&gt;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&lt;artifactId&gt;sdk&lt;/artifactId&gt;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&lt;version&gt;1.20.1&lt;/version&gt;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&lt;/dependency&gt;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&lt;dependency&gt;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&lt;groupId&gt;dev.openfeature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.contrib.providers&lt;/groupId&gt;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&lt;artifactId&gt;flagd&lt;/artifactId&gt;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&lt;version&gt;0.11.19&lt;/version&gt;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&lt;/dependency&gt;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&lt;/dependencies&gt;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2 – Flag Files for Each Environment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223760" y="0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EAD4"/>
                </a:solidFill>
              </a:rPr>
              <a:t>flags-{env}.json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65192"/>
            <a:ext cx="877824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Maven Dataflow  ·  OpenFeature + flagd FILE Mode  ·  Java 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841248"/>
            <a:ext cx="2606040" cy="8229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" y="841248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flags-dev.json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1664208"/>
            <a:ext cx="2606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70992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new-ui: 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batch: small (100)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banner: Hello from dev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81528" y="841248"/>
            <a:ext cx="2606040" cy="8229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81528" y="841248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flags-staging.json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081528" y="1664208"/>
            <a:ext cx="2606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72968" y="170992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new-ui: 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batch: medium (500)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banner: Hello from staging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34456" y="841248"/>
            <a:ext cx="2606040" cy="8229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34456" y="841248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flags-prod.json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34456" y="1664208"/>
            <a:ext cx="2606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25896" y="170992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new-ui: OFF ← safe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batch: large (2000)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banner: Hello from production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" y="257860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</a:rPr>
              <a:t>JSON STRUCTURE  (same schema across all env files)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2852928"/>
            <a:ext cx="8686800" cy="1892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898648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"$schema": "https://flagd.dev/schema/v0/flags.json",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"flags":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"dataflow-batch-size":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"state": "ENABLED",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"variants": { "small": 100, "medium": 500, "large": 2000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"defaultVariant": "small"          // ← "large" in prod, "medium" in staging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"new-ui":  { "state": "ENABLED", "variants": {"on":true,"off":false}, "defaultVariant":"off"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"welcome-banner": { ... "defaultVariant": "dev" | "staging" | "prod"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3 – Runtime Flow in Java (No Spring)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223760" y="0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EAD4"/>
                </a:solidFill>
              </a:rPr>
              <a:t>DataflowFlagEvaluationExample.java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65192"/>
            <a:ext cx="877824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Maven Dataflow  ·  OpenFeature + flagd FILE Mode  ·  Java 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868680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8328" y="96012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9601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960120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</a:rPr>
              <a:t>Read ENV VAR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" y="1362456"/>
            <a:ext cx="389534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1417320"/>
            <a:ext cx="3895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APP_ENV → selects flags-{env}.json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FLAGD_OFFLINE_FLAG_SOURCE_PATH → explicit override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868680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18888" y="96012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9601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0" y="960120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</a:rPr>
              <a:t>Resolve flag file path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18888" y="1362456"/>
            <a:ext cx="389534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888" y="1417320"/>
            <a:ext cx="3895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resolveFlagFile() builds absolute Path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Throws IllegalStateException if file missing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2167128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8328" y="2258568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" y="22585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2258568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</a:rPr>
              <a:t>Init OpenFeatureAPI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38328" y="2660904"/>
            <a:ext cx="389534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" y="2715768"/>
            <a:ext cx="3895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OpenFeatureAPI.getInstance() (singleton)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FlagdProvider with FILE resolver + path + 500ms deadline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167128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18888" y="2258568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22585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03520" y="2258568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</a:rPr>
              <a:t>Build EvaluationContext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18888" y="2660904"/>
            <a:ext cx="389534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2715768"/>
            <a:ext cx="3895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ImmutableContext with environment + workerId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Passed to every flag evaluation call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8600" y="3465576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38328" y="3557016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" y="35570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2960" y="3557016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</a:rPr>
              <a:t>Evaluate Flags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38328" y="3959352"/>
            <a:ext cx="389534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8328" y="4014216"/>
            <a:ext cx="3895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client.getBooleanValue("new-ui", false, ctx)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client.getIntegerValue("dataflow-batch-size", 100, ctx)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3465576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18888" y="3557016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18888" y="35570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303520" y="3557016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</a:rPr>
              <a:t>Shutdown in finally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818888" y="3959352"/>
            <a:ext cx="389534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18888" y="4014216"/>
            <a:ext cx="3895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api.shutdown() releases file-watcher thread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 – avoids Dataflow worker hang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4 – Annotated Code Walkthrough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223760" y="0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EAD4"/>
                </a:solidFill>
              </a:rPr>
              <a:t>DataflowFlagEvaluationExample.java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65192"/>
            <a:ext cx="877824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Maven Dataflow  ·  OpenFeature + flagd FILE Mode  ·  Java 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5029200" cy="3977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68680"/>
            <a:ext cx="484632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appEnv = getenv("APP_ENV","dev");   // [A]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path 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System.getenv("FLAGD_OFFLINE...");       // [B]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flagFile 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resolveFlagFile(path, "flags", appEnv);  // [C]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OpenFeatureAPI api 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OpenFeatureAPI.getInstance();            // [D]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api.setProviderAndWait(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FlagdProvider(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FlagdOptions.builder()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.resolverType(FILE)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.offlineFlagSourcePath(flagFile)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.deadline(500).build()));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Client c = api.getClient("...");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EvaluationContext ctx 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buildContext(appEnv, "worker-1");       // [E]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boolean ui = c.getBooleanValue(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"new-ui", false, ctx);                 // [F]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batch = c.getIntegerValue(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"dataflow-batch-size", 100, ctx);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finally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api.shutdown();                          // [G]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40680" y="84124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</a:rPr>
              <a:t>ANNOTATIONS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40680" y="1143000"/>
            <a:ext cx="310896" cy="310896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40680" y="11430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[A]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24728" y="1143000"/>
            <a:ext cx="3081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Falls back to "dev" if APP_ENV is not set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40680" y="1591056"/>
            <a:ext cx="310896" cy="310896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15910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[B]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24728" y="1591056"/>
            <a:ext cx="3081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Optional full path override – handy for CI/CD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40680" y="2039112"/>
            <a:ext cx="310896" cy="310896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20391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[C]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24728" y="2039112"/>
            <a:ext cx="3081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Builds: flags/flags-dev.json (absolute path)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40680" y="2487168"/>
            <a:ext cx="310896" cy="310896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0680" y="24871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[D]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24728" y="2487168"/>
            <a:ext cx="3081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Singleton – safe to call multiple times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40680" y="2935224"/>
            <a:ext cx="310896" cy="310896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0680" y="29352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[E]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24728" y="2935224"/>
            <a:ext cx="3081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Puts environment + workerId into context for targeting rules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40680" y="3383280"/>
            <a:ext cx="310896" cy="310896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0680" y="3383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[F]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24728" y="3383280"/>
            <a:ext cx="3081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Returns fallback (false / 100) if flag missing or SDK error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40680" y="3831336"/>
            <a:ext cx="310896" cy="310896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0680" y="38313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[G]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24728" y="3831336"/>
            <a:ext cx="3081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Releases flagd file-watcher – MUST be in finally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5 – Adding a New Flag: What to Change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223760" y="0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EAD4"/>
                </a:solidFill>
              </a:rPr>
              <a:t>Checklist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65192"/>
            <a:ext cx="877824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Maven Dataflow  ·  OpenFeature + flagd FILE Mode  ·  Java 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1920240" cy="1691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8686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FILE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" y="114300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flags-dev.json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flags-staging.json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flags-prod.json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40280" y="822960"/>
            <a:ext cx="667512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8961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</a:rPr>
              <a:t>+ added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77440" y="1170432"/>
            <a:ext cx="64008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new flag block: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"my-new-flag":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"state": "ENABLED",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"variants": {"on":true,"off":false},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"defaultVariant": "off"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2743200"/>
            <a:ext cx="1920240" cy="169164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278892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FILE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8600" y="306324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DataflowFlag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EvaluationExample.java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40280" y="2743200"/>
            <a:ext cx="667512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31720" y="28163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</a:rPr>
              <a:t>+ added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377440" y="3090672"/>
            <a:ext cx="64008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Evaluate in main() or DoFn setup: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 myFlag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client.getBooleanValue(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"my-new-flag", false, context);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4645152"/>
            <a:ext cx="8686800" cy="201168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64515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💡 That's it for the Maven project — no Spring wiring, no @Bean. Just two file changes.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6 – Running the Maven Project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223760" y="0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EAD4"/>
                </a:solidFill>
              </a:rPr>
              <a:t>mvn exec:java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65192"/>
            <a:ext cx="877824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Maven Dataflow  ·  OpenFeature + flagd FILE Mode  ·  Java 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868680"/>
            <a:ext cx="2834640" cy="40233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868680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DEV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8600" y="1271016"/>
            <a:ext cx="283464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7101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APP_ENV=dev mvn exec:java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1783080"/>
            <a:ext cx="283464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82880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environment=dev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new-ui=true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dataflow-batch-size=100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welcome-banner=Hello from dev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868680"/>
            <a:ext cx="2834640" cy="40233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868680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STAGING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0" y="1271016"/>
            <a:ext cx="283464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27101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APP_ENV=staging mvn exec:java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1783080"/>
            <a:ext cx="283464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82880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environment=staging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new-ui=true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dataflow-batch-size=500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welcome-banner=Hello from staging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72200" y="868680"/>
            <a:ext cx="2834640" cy="40233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868680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72200" y="1271016"/>
            <a:ext cx="283464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127101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APP_ENV=prod mvn exec:java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72200" y="1783080"/>
            <a:ext cx="283464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182880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environment=prod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new-ui=false  ← safe default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dataflow-batch-size=2000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welcome-banner=Hello from production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28600" y="325526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</a:rPr>
              <a:t>OVERRIDE WITH EXPLICIT FILE PATH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" y="3520440"/>
            <a:ext cx="86868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520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FLAGD_OFFLINE_FLAG_SOURCE_PATH=/absolute/path/to/flags-prod.json mvn exec:java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28600" y="4114800"/>
            <a:ext cx="8686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65760" y="411480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</a:rPr>
              <a:t>Build first: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compile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  then run the exec plugin. For fat-jar: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package -Pshade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  and bundle flags/ directory alongside the jar.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Spring Boot vs Maven Dataflow – Key Differences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Maven Dataflow  ·  OpenFeature + flagd FILE Mode  ·  Java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1168" y="795528"/>
            <a:ext cx="2011680" cy="475488"/>
          </a:xfrm>
          <a:prstGeom prst="rect">
            <a:avLst/>
          </a:prstGeom>
          <a:solidFill>
            <a:srgbClr val="1B4F7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795528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Aspect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04288" y="795528"/>
            <a:ext cx="3200400" cy="475488"/>
          </a:xfrm>
          <a:prstGeom prst="rect">
            <a:avLst/>
          </a:prstGeom>
          <a:solidFill>
            <a:srgbClr val="1B4F7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95728" y="795528"/>
            <a:ext cx="3063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Spring Boot (main app)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96128" y="795528"/>
            <a:ext cx="3246120" cy="475488"/>
          </a:xfrm>
          <a:prstGeom prst="rect">
            <a:avLst/>
          </a:prstGeom>
          <a:solidFill>
            <a:srgbClr val="1B4F7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87568" y="79552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Maven Dataflow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" y="1271016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1271016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F72"/>
                </a:solidFill>
              </a:rPr>
              <a:t>DI / Wiring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304288" y="1271016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95728" y="1271016"/>
            <a:ext cx="3063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@Configuration + @Bean + @Autowired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96128" y="1271016"/>
            <a:ext cx="3246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87568" y="1271016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Manual: getInstance() in main()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01168" y="1746504"/>
            <a:ext cx="201168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1746504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F72"/>
                </a:solidFill>
              </a:rPr>
              <a:t>Provider init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304288" y="1746504"/>
            <a:ext cx="320040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95728" y="1746504"/>
            <a:ext cx="3063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openFeatureApi() @Bean with destroyMethod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596128" y="1746504"/>
            <a:ext cx="324612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87568" y="1746504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api.setProviderAndWait() in try block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01168" y="2221992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2221992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F72"/>
                </a:solidFill>
              </a:rPr>
              <a:t>Shutdown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304288" y="2221992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95728" y="2221992"/>
            <a:ext cx="3063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Handled by Spring context on @PreDestroy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596128" y="2221992"/>
            <a:ext cx="3246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87568" y="2221992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api.shutdown() in finally – manual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01168" y="2697480"/>
            <a:ext cx="201168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" y="2697480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F72"/>
                </a:solidFill>
              </a:rPr>
              <a:t>Config source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304288" y="2697480"/>
            <a:ext cx="320040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95728" y="2697480"/>
            <a:ext cx="3063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application.yml + @Value annotations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596128" y="2697480"/>
            <a:ext cx="324612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87568" y="269748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System.getenv() calls directly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01168" y="3172968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" y="3172968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F72"/>
                </a:solidFill>
              </a:rPr>
              <a:t>Context keys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304288" y="3172968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95728" y="3172968"/>
            <a:ext cx="3063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environment + userId (web request)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596128" y="3172968"/>
            <a:ext cx="3246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87568" y="317296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environment + workerId (pipeline worker)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01168" y="3648456"/>
            <a:ext cx="201168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2608" y="3648456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F72"/>
                </a:solidFill>
              </a:rPr>
              <a:t>Flag files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304288" y="3648456"/>
            <a:ext cx="320040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395728" y="3648456"/>
            <a:ext cx="3063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Loaded once at startup, hot-reloaded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596128" y="3648456"/>
            <a:ext cx="324612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87568" y="3648456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Loaded once at job launch (no hot-reload)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01168" y="4123944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2608" y="4123944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F72"/>
                </a:solidFill>
              </a:rPr>
              <a:t>Test strategy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2304288" y="4123944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395728" y="4123944"/>
            <a:ext cx="3063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SpringBootTest + Awaitility + TestRestTemplate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596128" y="4123944"/>
            <a:ext cx="3246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87568" y="4123944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Plain JUnit + mock OpenFeatureAPI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Quick Reference – Maven Dataflow Feature Flags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68096"/>
            <a:ext cx="8686800" cy="448056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68096"/>
            <a:ext cx="19202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</a:rPr>
              <a:t>pom.xml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77440" y="768096"/>
            <a:ext cx="64008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openfeature sdk + flagd provider + slf4j-simple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261872"/>
            <a:ext cx="8686800" cy="448056"/>
          </a:xfrm>
          <a:prstGeom prst="rect">
            <a:avLst/>
          </a:prstGeom>
          <a:solidFill>
            <a:srgbClr val="1C2B3D"/>
          </a:solidFill>
          <a:ln w="12700">
            <a:solidFill>
              <a:srgbClr val="1C2B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61872"/>
            <a:ext cx="19202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</a:rPr>
              <a:t>Flag files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77440" y="1261872"/>
            <a:ext cx="64008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flags/flags-dev.json, flags-staging.json, flags-prod.json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1755648"/>
            <a:ext cx="8686800" cy="448056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55648"/>
            <a:ext cx="19202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</a:rPr>
              <a:t>File resolution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77440" y="1755648"/>
            <a:ext cx="64008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flags/flags-{APP_ENV}.json  or  FLAGD_OFFLINE_FLAG_SOURCE_PATH override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2249424"/>
            <a:ext cx="8686800" cy="448056"/>
          </a:xfrm>
          <a:prstGeom prst="rect">
            <a:avLst/>
          </a:prstGeom>
          <a:solidFill>
            <a:srgbClr val="1C2B3D"/>
          </a:solidFill>
          <a:ln w="12700">
            <a:solidFill>
              <a:srgbClr val="1C2B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249424"/>
            <a:ext cx="19202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</a:rPr>
              <a:t>API init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77440" y="2249424"/>
            <a:ext cx="64008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OpenFeatureAPI.getInstance()  →  setProviderAndWait(FlagdProvider)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743200"/>
            <a:ext cx="8686800" cy="448056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19202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</a:rPr>
              <a:t>Context keys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77440" y="2743200"/>
            <a:ext cx="64008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  +  workerId  →  passed via ImmutableContext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3236976"/>
            <a:ext cx="8686800" cy="448056"/>
          </a:xfrm>
          <a:prstGeom prst="rect">
            <a:avLst/>
          </a:prstGeom>
          <a:solidFill>
            <a:srgbClr val="1C2B3D"/>
          </a:solidFill>
          <a:ln w="12700">
            <a:solidFill>
              <a:srgbClr val="1C2B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36976"/>
            <a:ext cx="19202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</a:rPr>
              <a:t>Evaluate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77440" y="3236976"/>
            <a:ext cx="64008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client.getBooleanValue("flag", fallback, ctx)   — always supply fallback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3730752"/>
            <a:ext cx="8686800" cy="448056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730752"/>
            <a:ext cx="19202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</a:rPr>
              <a:t>Shutdown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77440" y="3730752"/>
            <a:ext cx="64008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api.shutdown() in finally block — releases file-watcher thread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" y="4224528"/>
            <a:ext cx="8686800" cy="448056"/>
          </a:xfrm>
          <a:prstGeom prst="rect">
            <a:avLst/>
          </a:prstGeom>
          <a:solidFill>
            <a:srgbClr val="1C2B3D"/>
          </a:solidFill>
          <a:ln w="12700">
            <a:solidFill>
              <a:srgbClr val="1C2B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224528"/>
            <a:ext cx="19202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</a:rPr>
              <a:t>Run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377440" y="4224528"/>
            <a:ext cx="64008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APP_ENV=prod mvn exec:java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Two file changes, one finally block — feature flags in Dataflow done right.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 Flags in Maven Dataflow – How it Works</dc:title>
  <dc:subject>PptxGenJS Presentation</dc:subject>
  <dc:creator>PptxGenJS</dc:creator>
  <cp:lastModifiedBy>PptxGenJS</cp:lastModifiedBy>
  <cp:revision>1</cp:revision>
  <dcterms:created xsi:type="dcterms:W3CDTF">2026-03-01T17:48:33Z</dcterms:created>
  <dcterms:modified xsi:type="dcterms:W3CDTF">2026-03-01T17:48:33Z</dcterms:modified>
</cp:coreProperties>
</file>