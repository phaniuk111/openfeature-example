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822960"/>
            <a:ext cx="1554480" cy="1554480"/>
          </a:xfrm>
          <a:prstGeom prst="ellipse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8229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</a:rPr>
              <a:t>OF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5EEAD4"/>
                </a:solidFill>
              </a:rPr>
              <a:t>Developer Guide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Adding a New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Feature Flag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OpenFeature + flagd FILE Mode  ·  Spring Boot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End-to-end workflow for developers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7-Step Flow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52728" y="1837944"/>
            <a:ext cx="899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2916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105156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2801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" y="1691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Define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Flag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0508" y="1837944"/>
            <a:ext cx="899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0696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70660" y="1188720"/>
            <a:ext cx="1051560" cy="137160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70660" y="12801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70660" y="1691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Add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Flag File(s)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28288" y="1837944"/>
            <a:ext cx="899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8476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58440" y="1188720"/>
            <a:ext cx="1051560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58440" y="12801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758440" y="1691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Update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Targeting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16068" y="1837944"/>
            <a:ext cx="899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6256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46220" y="1188720"/>
            <a:ext cx="105156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46220" y="12801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046220" y="1691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Write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Unit Tests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3848" y="1837944"/>
            <a:ext cx="899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4036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34000" y="1188720"/>
            <a:ext cx="1051560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34000" y="12801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334000" y="1691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91628" y="1837944"/>
            <a:ext cx="899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71816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21780" y="1188720"/>
            <a:ext cx="1051560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21780" y="12801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621780" y="1691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09560" y="1188720"/>
            <a:ext cx="105156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09560" y="12801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909560" y="16916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Deploy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Monitor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detailed on the following slides 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Step 1 – Define the Flag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0" y="228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1 of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" y="841248"/>
            <a:ext cx="903427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0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4F72"/>
                </a:solidFill>
              </a:rPr>
              <a:t>WHAT TO 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12161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Decide: boolean, integer, or string type?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Give the flag a kebab-case name (e.g. checkout-v2)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Agree on default values per environment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" y="2487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4F72"/>
                </a:solidFill>
              </a:rPr>
              <a:t>HOW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72491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Confirm the flag type matches usage in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Document the purpose in a team wiki or ticket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 code changes yet – just planning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914400"/>
            <a:ext cx="27432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96012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4F72"/>
                </a:solidFill>
              </a:rPr>
              <a:t>EXAMPLE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62272" y="1216152"/>
            <a:ext cx="45262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261872"/>
            <a:ext cx="425196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 types supported: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 → feature on/off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integer  → numeric config (batch size)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  → text variants (banners)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 convention: kebab-case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 checkout-v2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 dataflow-batch-size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❌  checkoutV2  (camelCase)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❌  checkout_v2 (underscores)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4041648"/>
            <a:ext cx="4526280" cy="685800"/>
          </a:xfrm>
          <a:prstGeom prst="rect">
            <a:avLst/>
          </a:prstGeom>
          <a:solidFill>
            <a:srgbClr val="1B4F72">
              <a:alpha val="12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404164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💡 Tip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Pick the simplest type that solves the problem. Start boolean, promote to string later if needed.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OpenFeature · flagd FILE Mode · Spring Boot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40080" cy="640080"/>
          </a:xfrm>
          <a:prstGeom prst="ellipse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Step 2 – Add to All Flag Files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0" y="228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2 of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" y="841248"/>
            <a:ext cx="903427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0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55E75"/>
                </a:solidFill>
              </a:rPr>
              <a:t>WHAT TO 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12161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Edit every flags-*.json file that needs the flag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Must be present in: flags-dev.json, flags-staging.json, flags-prod.json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Add to flags-targeting.json only if env-targeting is used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" y="2487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55E75"/>
                </a:solidFill>
              </a:rPr>
              <a:t>HOW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72491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Copy an existing flag block as a template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 ENABLED state; set a safe defaultVariant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Validate JSON before committing (use jsonlint or IDE plugin)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914400"/>
            <a:ext cx="27432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96012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55E75"/>
                </a:solidFill>
              </a:rPr>
              <a:t>EXAMPLE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62272" y="1216152"/>
            <a:ext cx="45262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261872"/>
            <a:ext cx="425196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flags-prod.json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"checkout-v2":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"ENABLED",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"variants":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"on": 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"off": 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"defaultVariant": "off"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flags-dev.json  (can be "on" in dev)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"defaultVariant": "on"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4041648"/>
            <a:ext cx="4526280" cy="685800"/>
          </a:xfrm>
          <a:prstGeom prst="rect">
            <a:avLst/>
          </a:prstGeom>
          <a:solidFill>
            <a:srgbClr val="155E75">
              <a:alpha val="12000"/>
            </a:srgbClr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404164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E75"/>
                </a:solidFill>
              </a:rPr>
              <a:t>💡 Tip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Always default to the SAFE value (off) in prod. Enable explicitly per-env.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OpenFeature · flagd FILE Mode · Spring Boot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Step 3 – Write Targeting Rules (Optional)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0" y="228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3 of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" y="841248"/>
            <a:ext cx="903427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0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</a:rPr>
              <a:t>WHAT TO 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12161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Only needed when using FLAG_MODE=targeting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Rules evaluate context: environment, userId, etc.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JsonLogic syntax is used inside the targeting block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" y="2487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</a:rPr>
              <a:t>HOW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72491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Open flags-targeting.json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Add an if/or rule that maps context → variant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Test that dev, staging, prod each resolve correctly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914400"/>
            <a:ext cx="27432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96012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</a:rPr>
              <a:t>EXAMPLE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62272" y="1216152"/>
            <a:ext cx="45262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261872"/>
            <a:ext cx="425196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"checkout-v2":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"ENABLED",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"defaultVariant": "off",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"targeting":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"if":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{"or":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{"==": [{"var":"environment"},"prod"]},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{"==": [{"var":"environment"},"production"]}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{"==": [{"var":"environment"},"staging"]},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"off"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4041648"/>
            <a:ext cx="4526280" cy="685800"/>
          </a:xfrm>
          <a:prstGeom prst="rect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404164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💡 Tip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The service puts 'environment' + 'userId' into context automatically via ImmutableContext.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OpenFeature · flagd FILE Mode · Spring Boot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Step 4 – Use the Flag in Code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0" y="228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4 of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" y="841248"/>
            <a:ext cx="903427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0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WHAT TO 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12161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Inject the OpenFeature Client bean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Call the correct typed method with a safe default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Pass the EvaluationContext built by FeatureEvaluationService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" y="2487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HOW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72491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Add your flag evaluation in FeatureEvaluationService.evaluate()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Return the value in FeatureResult (add field + getter)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 the value in controller or downstream service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914400"/>
            <a:ext cx="27432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96012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EXAMPLE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62272" y="1216152"/>
            <a:ext cx="45262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261872"/>
            <a:ext cx="425196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FeatureEvaluationService.java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checkoutV2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client.getBooleanValue(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"checkout-v2", false, context);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FeatureResult.java – add field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boolean checkoutV2Enabled;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Constructor &amp; getter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isCheckoutV2Enabled()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checkoutV2Enabled;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4041648"/>
            <a:ext cx="4526280" cy="6858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404164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Tip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Always provide a safe fallback as the 2nd argument – it's returned if the SDK can't reach the flag.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OpenFeature · flagd FILE Mode · Spring Boot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Step 5 – Write Unit Tests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0" y="228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5 of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" y="841248"/>
            <a:ext cx="903427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0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</a:rPr>
              <a:t>WHAT TO 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12161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Test both the ON and OFF states of your new flag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Mock the OpenFeature Client to isolate logic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Cover: default value when flag is missing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" y="2487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</a:rPr>
              <a:t>HOW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72491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 @ExtendWith(MockitoExtension.class) with a mock Client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Stub getBooleanValue() / getStringValue() / getIntegerValue()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Assert FeatureResult fields match expected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914400"/>
            <a:ext cx="27432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96012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</a:rPr>
              <a:t>EXAMPLE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62272" y="1216152"/>
            <a:ext cx="45262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261872"/>
            <a:ext cx="425196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checkoutV2_enabled()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when(client.getBooleanValue(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"checkout-v2", false, any()))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.thenReturn(true);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FeatureResult r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service.evaluate("prod", null);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assertThat(r.isCheckoutV2Enabled())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.isTrue();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4041648"/>
            <a:ext cx="4526280" cy="68580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404164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💡 Tip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Also add a test where the flag returns false to confirm the OFF path is exercised.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OpenFeature · flagd FILE Mode · Spring Boot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Step 6 – Integration Test &amp; Hot-Reload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0" y="228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6 of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" y="841248"/>
            <a:ext cx="903427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0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</a:rPr>
              <a:t>WHAT TO 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12161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Add assertions to FeatureApiIntegrationTest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Verify the flag appears in /api/flags JSON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Test file hot-reload: mutate file, assert new value loads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" y="2487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</a:rPr>
              <a:t>HOW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72491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Add field assertions in returnsFlagsFromInitialFile()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Update writeFlags() helper to include your new flag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Awaitility wait already handles reload – just add assert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914400"/>
            <a:ext cx="27432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96012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</a:rPr>
              <a:t>EXAMPLE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62272" y="1216152"/>
            <a:ext cx="45262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261872"/>
            <a:ext cx="425196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returnsFlagsFromInitialFile()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payload.get("checkoutV2Enabled"))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.isEqualTo(true);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reloadsFlagsAfterFileChange()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writeFlags(false, 2000,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"Hello updated", false); // ← new param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payload.get("checkoutV2Enabled"))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.isEqualTo(false);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4041648"/>
            <a:ext cx="4526280" cy="68580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404164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Tip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The 15-second Awaitility timeout covers flagd's file-watcher. Set lastModifiedTime + 50ms to trigger reload.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OpenFeature · flagd FILE Mode · Spring Boot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Step 7 – Deploy &amp; Monitor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0" y="228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7 of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" y="841248"/>
            <a:ext cx="903427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0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WHAT TO 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12161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Promote flag files through dev → staging → prod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For Helm: update ConfigMap, roll pods to pick up new flags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Verify /api/flags endpoint returns expected values per env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" y="2487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HOW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72491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Set APP_ENV and FLAG_MODE env vars in Helm values-*.yaml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Smoke-test the endpoint after each promotion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Toggle the flag without redeployment – just update the file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914400"/>
            <a:ext cx="27432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96012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EXAMPLE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62272" y="1216152"/>
            <a:ext cx="45262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261872"/>
            <a:ext cx="425196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Helm – set environment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values-prod.yaml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APP_ENV: prod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FLAG_MODE: per-env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Smoke 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https://app/api/flags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→ { checkoutV2Enabled: false, ...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Hot-toggle (no pod restart!)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edit configmap flags-config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4041648"/>
            <a:ext cx="4526280" cy="6858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404164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Tip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flagd FILE mode watches for file changes – update the ConfigMap and the app picks it up in seconds.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OpenFeature · flagd FILE Mode · Spring Boot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Decision Tree – Which Flag File to Edit?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749040" y="868680"/>
            <a:ext cx="164592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49040" y="8686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New Flag Needed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35424" y="1344168"/>
            <a:ext cx="73152" cy="3017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5544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1755648"/>
            <a:ext cx="2834640" cy="5029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7556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Simple per-env default?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1970532"/>
            <a:ext cx="11704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8699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89320" y="1792224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69480" y="1755648"/>
            <a:ext cx="1645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17556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flags-{env}.json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35424" y="2258568"/>
            <a:ext cx="73152" cy="3017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4688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2258568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670048"/>
            <a:ext cx="2834640" cy="5029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2670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User/context targeting?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2884932"/>
            <a:ext cx="11704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7843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2706624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2670048"/>
            <a:ext cx="164592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69480" y="26700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flags-targeting.json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35424" y="3172968"/>
            <a:ext cx="73152" cy="3017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33832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7720" y="3172968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3584448"/>
            <a:ext cx="2834640" cy="50292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154680" y="35844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explicit-file env var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 one-off override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519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⚠️  Golden Rule: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Always add the flag to ALL per-env files (dev, staging, prod). Missing flag = SDK returns the fallback default, not an error.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OpenFeature · flagd FILE Mode · Spring Boot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Quick Reference 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868680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Flag 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896112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boolean / integer / string – match code usage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80744"/>
            <a:ext cx="8686800" cy="438912"/>
          </a:xfrm>
          <a:prstGeom prst="rect">
            <a:avLst/>
          </a:prstGeom>
          <a:solidFill>
            <a:srgbClr val="1C2B3D"/>
          </a:solidFill>
          <a:ln w="12700">
            <a:solidFill>
              <a:srgbClr val="1C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074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Naming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380744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kebab-case (checkout-v2, dataflow-batch-size)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865376"/>
            <a:ext cx="868680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6537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Files to edit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865376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flags-dev, flags-staging, flags-prod  (always all three)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350008"/>
            <a:ext cx="8686800" cy="438912"/>
          </a:xfrm>
          <a:prstGeom prst="rect">
            <a:avLst/>
          </a:prstGeom>
          <a:solidFill>
            <a:srgbClr val="1C2B3D"/>
          </a:solidFill>
          <a:ln w="12700">
            <a:solidFill>
              <a:srgbClr val="1C2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500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Targeting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35000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flags-targeting.json  +  FLAG_MODE=targeting env var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868680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346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Code usage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283464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client.getBooleanValue("name", fallback, context)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3319272"/>
            <a:ext cx="8686800" cy="438912"/>
          </a:xfrm>
          <a:prstGeom prst="rect">
            <a:avLst/>
          </a:prstGeom>
          <a:solidFill>
            <a:srgbClr val="1C2B3D"/>
          </a:solidFill>
          <a:ln w="12700">
            <a:solidFill>
              <a:srgbClr val="1C2B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92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Context keys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319272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environment, userId  →  passed via ImmutableContext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803904"/>
            <a:ext cx="868680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0390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Hot reload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803904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Edit ConfigMap / file – flagd picks up in seconds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4288536"/>
            <a:ext cx="8686800" cy="438912"/>
          </a:xfrm>
          <a:prstGeom prst="rect">
            <a:avLst/>
          </a:prstGeom>
          <a:solidFill>
            <a:srgbClr val="1C2B3D"/>
          </a:solidFill>
          <a:ln w="12700">
            <a:solidFill>
              <a:srgbClr val="1C2B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8853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Tests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288536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Unit: mock Client  ·  Integration: Awaitility reload test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Happy flag shipping!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Developer Guide: Adding a New Feature Flag</dc:title>
  <dc:subject>PptxGenJS Presentation</dc:subject>
  <dc:creator>PptxGenJS</dc:creator>
  <cp:lastModifiedBy>PptxGenJS</cp:lastModifiedBy>
  <cp:revision>1</cp:revision>
  <dcterms:created xsi:type="dcterms:W3CDTF">2026-03-01T17:39:50Z</dcterms:created>
  <dcterms:modified xsi:type="dcterms:W3CDTF">2026-03-01T17:39:50Z</dcterms:modified>
</cp:coreProperties>
</file>